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Introduction: The Perfect Chocolate Cake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4114800" cy="4572000"/>
          </a:xfrm>
        </p:spPr>
        <p:txBody>
          <a:bodyPr wrap="square"/>
          <a:lstStyle/>
          <a:p>
            <a:pPr>
              <a:spcAft>
                <a:spcPts val="1400"/>
              </a:spcAft>
              <a:defRPr sz="2000"/>
            </a:pPr>
            <a:r>
              <a:t>Discover the secrets to a moist and flavorful chocolate cake.</a:t>
            </a:r>
          </a:p>
          <a:p>
            <a:pPr>
              <a:spcAft>
                <a:spcPts val="1400"/>
              </a:spcAft>
              <a:defRPr sz="2000"/>
            </a:pPr>
            <a:r>
              <a:t>Step-by-step guide from ingredients to final masterpiece.</a:t>
            </a:r>
          </a:p>
          <a:p>
            <a:pPr>
              <a:spcAft>
                <a:spcPts val="1400"/>
              </a:spcAft>
              <a:defRPr sz="2000"/>
            </a:pPr>
            <a:r>
              <a:t>Impress your family and friends with your baking skills!</a:t>
            </a:r>
          </a:p>
        </p:txBody>
      </p:sp>
      <p:pic>
        <p:nvPicPr>
          <p:cNvPr id="4" name="Picture 3" descr="temp_ppt_im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645920"/>
            <a:ext cx="6168919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Essential Ingredients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4114800" cy="4572000"/>
          </a:xfrm>
        </p:spPr>
        <p:txBody>
          <a:bodyPr wrap="square"/>
          <a:lstStyle/>
          <a:p>
            <a:pPr>
              <a:spcAft>
                <a:spcPts val="1400"/>
              </a:spcAft>
              <a:defRPr sz="2000"/>
            </a:pPr>
            <a:r>
              <a:t>All-purpose flour, unsweetened cocoa powder, sugar</a:t>
            </a:r>
          </a:p>
          <a:p>
            <a:pPr>
              <a:spcAft>
                <a:spcPts val="1400"/>
              </a:spcAft>
              <a:defRPr sz="2000"/>
            </a:pPr>
            <a:r>
              <a:t>Baking soda, baking powder, salt</a:t>
            </a:r>
          </a:p>
          <a:p>
            <a:pPr>
              <a:spcAft>
                <a:spcPts val="1400"/>
              </a:spcAft>
              <a:defRPr sz="2000"/>
            </a:pPr>
            <a:r>
              <a:t>Eggs, milk, vegetable oil (or melted butter), vanilla extract</a:t>
            </a:r>
          </a:p>
          <a:p>
            <a:pPr>
              <a:spcAft>
                <a:spcPts val="1400"/>
              </a:spcAft>
              <a:defRPr sz="2000"/>
            </a:pPr>
            <a:r>
              <a:t>Hot water or hot coffee (enhances chocolate flavor)</a:t>
            </a:r>
          </a:p>
        </p:txBody>
      </p:sp>
      <p:pic>
        <p:nvPicPr>
          <p:cNvPr id="4" name="Picture 3" descr="temp_ppt_im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645920"/>
            <a:ext cx="6168919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Equipment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4114800" cy="4572000"/>
          </a:xfrm>
        </p:spPr>
        <p:txBody>
          <a:bodyPr wrap="square"/>
          <a:lstStyle/>
          <a:p>
            <a:pPr>
              <a:spcAft>
                <a:spcPts val="1400"/>
              </a:spcAft>
              <a:defRPr sz="2000"/>
            </a:pPr>
            <a:r>
              <a:t>Mixing bowls (large and medium)</a:t>
            </a:r>
          </a:p>
          <a:p>
            <a:pPr>
              <a:spcAft>
                <a:spcPts val="1400"/>
              </a:spcAft>
              <a:defRPr sz="2000"/>
            </a:pPr>
            <a:r>
              <a:t>Whisk, spatula, measuring cups and spoons</a:t>
            </a:r>
          </a:p>
          <a:p>
            <a:pPr>
              <a:spcAft>
                <a:spcPts val="1400"/>
              </a:spcAft>
              <a:defRPr sz="2000"/>
            </a:pPr>
            <a:r>
              <a:t>Electric mixer (optional, but helpful)</a:t>
            </a:r>
          </a:p>
          <a:p>
            <a:pPr>
              <a:spcAft>
                <a:spcPts val="1400"/>
              </a:spcAft>
              <a:defRPr sz="2000"/>
            </a:pPr>
            <a:r>
              <a:t>Round cake pans (8 or 9-inch), parchment paper</a:t>
            </a:r>
          </a:p>
          <a:p>
            <a:pPr>
              <a:spcAft>
                <a:spcPts val="1400"/>
              </a:spcAft>
              <a:defRPr sz="2000"/>
            </a:pPr>
            <a:r>
              <a:t>Oven, cooling rack</a:t>
            </a:r>
          </a:p>
        </p:txBody>
      </p:sp>
      <p:pic>
        <p:nvPicPr>
          <p:cNvPr id="4" name="Picture 3" descr="temp_ppt_im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645920"/>
            <a:ext cx="27474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Preparation is Key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4114800" cy="4572000"/>
          </a:xfrm>
        </p:spPr>
        <p:txBody>
          <a:bodyPr wrap="square"/>
          <a:lstStyle/>
          <a:p>
            <a:pPr>
              <a:spcAft>
                <a:spcPts val="1400"/>
              </a:spcAft>
              <a:defRPr sz="2000"/>
            </a:pPr>
            <a:r>
              <a:t>Preheat your oven to 350°F (175°C).</a:t>
            </a:r>
          </a:p>
          <a:p>
            <a:pPr>
              <a:spcAft>
                <a:spcPts val="1400"/>
              </a:spcAft>
              <a:defRPr sz="2000"/>
            </a:pPr>
            <a:r>
              <a:t>Grease and flour your cake pans, or line with parchment paper.</a:t>
            </a:r>
          </a:p>
          <a:p>
            <a:pPr>
              <a:spcAft>
                <a:spcPts val="1400"/>
              </a:spcAft>
              <a:defRPr sz="2000"/>
            </a:pPr>
            <a:r>
              <a:t>Ensure all ingredients are at room temperature for best results.</a:t>
            </a:r>
          </a:p>
        </p:txBody>
      </p:sp>
      <p:pic>
        <p:nvPicPr>
          <p:cNvPr id="4" name="Picture 3" descr="temp_ppt_im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645920"/>
            <a:ext cx="6168919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Mixing Dry Ingredients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4114800" cy="4572000"/>
          </a:xfrm>
        </p:spPr>
        <p:txBody>
          <a:bodyPr wrap="square"/>
          <a:lstStyle/>
          <a:p>
            <a:pPr>
              <a:spcAft>
                <a:spcPts val="1400"/>
              </a:spcAft>
              <a:defRPr sz="2000"/>
            </a:pPr>
            <a:r>
              <a:t>In a large bowl, whisk together flour, sugar, cocoa powder, baking soda, baking powder, and salt.</a:t>
            </a:r>
          </a:p>
          <a:p>
            <a:pPr>
              <a:spcAft>
                <a:spcPts val="1400"/>
              </a:spcAft>
              <a:defRPr sz="2000"/>
            </a:pPr>
            <a:r>
              <a:t>Make sure there are no lumps and ingredients are well combined.</a:t>
            </a:r>
          </a:p>
        </p:txBody>
      </p:sp>
      <p:pic>
        <p:nvPicPr>
          <p:cNvPr id="4" name="Picture 3" descr="temp_ppt_im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645920"/>
            <a:ext cx="3089265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Combining Wet Ingredients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4114800" cy="4572000"/>
          </a:xfrm>
        </p:spPr>
        <p:txBody>
          <a:bodyPr wrap="square"/>
          <a:lstStyle/>
          <a:p>
            <a:pPr>
              <a:spcAft>
                <a:spcPts val="1400"/>
              </a:spcAft>
              <a:defRPr sz="2000"/>
            </a:pPr>
            <a:r>
              <a:t>In a separate bowl, whisk together eggs, milk, oil/melted butter, and vanilla extract.</a:t>
            </a:r>
          </a:p>
          <a:p>
            <a:pPr>
              <a:spcAft>
                <a:spcPts val="1400"/>
              </a:spcAft>
              <a:defRPr sz="2000"/>
            </a:pPr>
            <a:r>
              <a:t>Pour the wet mixture into the dry ingredients.</a:t>
            </a:r>
          </a:p>
        </p:txBody>
      </p:sp>
      <p:pic>
        <p:nvPicPr>
          <p:cNvPr id="4" name="Picture 3" descr="temp_ppt_im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645920"/>
            <a:ext cx="274109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Batter &amp; Baking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4114800" cy="4572000"/>
          </a:xfrm>
        </p:spPr>
        <p:txBody>
          <a:bodyPr wrap="square"/>
          <a:lstStyle/>
          <a:p>
            <a:pPr>
              <a:spcAft>
                <a:spcPts val="1400"/>
              </a:spcAft>
              <a:defRPr sz="2000"/>
            </a:pPr>
            <a:r>
              <a:t>Gently mix until just combined – do not overmix!</a:t>
            </a:r>
          </a:p>
          <a:p>
            <a:pPr>
              <a:spcAft>
                <a:spcPts val="1400"/>
              </a:spcAft>
              <a:defRPr sz="2000"/>
            </a:pPr>
            <a:r>
              <a:t>Stir in the hot water or coffee last; batter will be thin.</a:t>
            </a:r>
          </a:p>
          <a:p>
            <a:pPr>
              <a:spcAft>
                <a:spcPts val="1400"/>
              </a:spcAft>
              <a:defRPr sz="2000"/>
            </a:pPr>
            <a:r>
              <a:t>Pour evenly into prepared cake pans.</a:t>
            </a:r>
          </a:p>
          <a:p>
            <a:pPr>
              <a:spcAft>
                <a:spcPts val="1400"/>
              </a:spcAft>
              <a:defRPr sz="2000"/>
            </a:pPr>
            <a:r>
              <a:t>Bake for 30-35 minutes, or until a toothpick inserted comes out clean.</a:t>
            </a:r>
          </a:p>
        </p:txBody>
      </p:sp>
      <p:pic>
        <p:nvPicPr>
          <p:cNvPr id="4" name="Picture 3" descr="temp_ppt_im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645920"/>
            <a:ext cx="3089265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Cooling &amp; Frosting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4114800" cy="4572000"/>
          </a:xfrm>
        </p:spPr>
        <p:txBody>
          <a:bodyPr wrap="square"/>
          <a:lstStyle/>
          <a:p>
            <a:pPr>
              <a:spcAft>
                <a:spcPts val="1400"/>
              </a:spcAft>
              <a:defRPr sz="2000"/>
            </a:pPr>
            <a:r>
              <a:t>Let cakes cool in pans for 10-15 minutes, then invert onto a wire rack to cool completely.</a:t>
            </a:r>
          </a:p>
          <a:p>
            <a:pPr>
              <a:spcAft>
                <a:spcPts val="1400"/>
              </a:spcAft>
              <a:defRPr sz="2000"/>
            </a:pPr>
            <a:r>
              <a:t>Prepare your favorite chocolate frosting or buttercream.</a:t>
            </a:r>
          </a:p>
          <a:p>
            <a:pPr>
              <a:spcAft>
                <a:spcPts val="1400"/>
              </a:spcAft>
              <a:defRPr sz="2000"/>
            </a:pPr>
            <a:r>
              <a:t>Once cakes are completely cool, frost and decorate as desired.</a:t>
            </a:r>
          </a:p>
        </p:txBody>
      </p:sp>
      <p:pic>
        <p:nvPicPr>
          <p:cNvPr id="4" name="Picture 3" descr="temp_ppt_im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645920"/>
            <a:ext cx="274109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Serving Your Delicious Creation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4114800" cy="4572000"/>
          </a:xfrm>
        </p:spPr>
        <p:txBody>
          <a:bodyPr wrap="square"/>
          <a:lstStyle/>
          <a:p>
            <a:pPr>
              <a:spcAft>
                <a:spcPts val="1400"/>
              </a:spcAft>
              <a:defRPr sz="2000"/>
            </a:pPr>
            <a:r>
              <a:t>Slice and serve your homemade chocolate cake.</a:t>
            </a:r>
          </a:p>
          <a:p>
            <a:pPr>
              <a:spcAft>
                <a:spcPts val="1400"/>
              </a:spcAft>
              <a:defRPr sz="2000"/>
            </a:pPr>
            <a:r>
              <a:t>Pair with a scoop of vanilla ice cream or fresh berries for an extra treat.</a:t>
            </a:r>
          </a:p>
          <a:p>
            <a:pPr>
              <a:spcAft>
                <a:spcPts val="1400"/>
              </a:spcAft>
              <a:defRPr sz="2000"/>
            </a:pPr>
            <a:r>
              <a:t>Enjoy the fruits of your labor!</a:t>
            </a:r>
          </a:p>
        </p:txBody>
      </p:sp>
      <p:pic>
        <p:nvPicPr>
          <p:cNvPr id="4" name="Picture 3" descr="temp_ppt_im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645920"/>
            <a:ext cx="6168919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Tips for Success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4114800" cy="4572000"/>
          </a:xfrm>
        </p:spPr>
        <p:txBody>
          <a:bodyPr wrap="square"/>
          <a:lstStyle/>
          <a:p>
            <a:pPr>
              <a:spcAft>
                <a:spcPts val="1400"/>
              </a:spcAft>
              <a:defRPr sz="2000"/>
            </a:pPr>
            <a:r>
              <a:t>Measure ingredients accurately, especially flour and cocoa.</a:t>
            </a:r>
          </a:p>
          <a:p>
            <a:pPr>
              <a:spcAft>
                <a:spcPts val="1400"/>
              </a:spcAft>
              <a:defRPr sz="2000"/>
            </a:pPr>
            <a:r>
              <a:t>Do not overmix the batter – this can lead to a tough cake.</a:t>
            </a:r>
          </a:p>
          <a:p>
            <a:pPr>
              <a:spcAft>
                <a:spcPts val="1400"/>
              </a:spcAft>
              <a:defRPr sz="2000"/>
            </a:pPr>
            <a:r>
              <a:t>Use good quality cocoa for the best chocolate flavor.</a:t>
            </a:r>
          </a:p>
          <a:p>
            <a:pPr>
              <a:spcAft>
                <a:spcPts val="1400"/>
              </a:spcAft>
              <a:defRPr sz="2000"/>
            </a:pPr>
            <a:r>
              <a:t>Patience is key during the cooling process; don't rush it!</a:t>
            </a:r>
          </a:p>
        </p:txBody>
      </p:sp>
      <p:pic>
        <p:nvPicPr>
          <p:cNvPr id="4" name="Picture 3" descr="temp_ppt_im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645920"/>
            <a:ext cx="274109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